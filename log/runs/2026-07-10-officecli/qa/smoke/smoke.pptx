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3338e5932e24816" /><Relationship Type="http://schemas.openxmlformats.org/package/2006/relationships/metadata/core-properties" Target="/docProps/core.xml" Id="R07e22b957f0a474c" /><Relationship Type="http://schemas.openxmlformats.org/officeDocument/2006/relationships/extended-properties" Target="/docProps/app.xml" Id="R8e13a9720e5441ba" /><Relationship Type="http://schemas.openxmlformats.org/officeDocument/2006/relationships/custom-properties" Target="/docProps/custom.xml" Id="R2f94351255ea4aa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4420ab4ff074b18"/>
    <p:sldId id="257" r:id="R1abdaec8cde74e8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4420ab4ff074b18" /><Relationship Type="http://schemas.openxmlformats.org/officeDocument/2006/relationships/slide" Target="/ppt/slides/slide2.xml" Id="R1abdaec8cde74e8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e71b8b9294c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6a5b16bca4f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2ee970a784c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22be0e64a4e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6b043306a4d5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a3f785cd23941f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84ac3748b45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e3c6f46d643bc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3분기 실적 보고</a:t>
            </a:r>
          </a:p>
        </p:txBody>
      </p:sp>
      <p:sp>
        <p:nvSpPr>
          <p:cNvPr id="100000" name="TextBox 2"/>
          <p:cNvSpPr txBox="1"/>
          <p:nvPr/>
        </p:nvSpPr>
        <p:spPr>
          <a:xfrm xmlns:a="http://schemas.openxmlformats.org/drawingml/2006/main">
            <a:off x="720000" y="216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매출 128억 원, 목표 대비 102% 달성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오버플로 테스트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360000" y="1080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/>
              <a:t>이 텍스트는 의도적으로 아주 작은 도형 안에 들어가서 넘치도록 길게 작성한 문장입니다. 팀장 보고 덱에서 흔한 실수입니다.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2026-07-10T11:40:00Z</dcterms:created>
  <cp:lastModifiedBy>OfficeCLI</cp:lastModifiedBy>
  <dcterms:modified xsi:type="dcterms:W3CDTF">2026-07-10T11:40:00Z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1.0.135</vt:lpwstr>
  </op:property>
  <op:property fmtid="{D5CDD505-2E9C-101B-9397-08002B2CF9AE}" pid="3" name="OfficeCLI.LastModified">
    <vt:lpwstr xmlns:vt="http://schemas.openxmlformats.org/officeDocument/2006/docPropsVTypes">2026-07-10T11:43:05Z</vt:lpwstr>
  </op:property>
</op:Properties>
</file>