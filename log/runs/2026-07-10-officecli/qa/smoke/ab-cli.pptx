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c12ddcec1014b48" /><Relationship Type="http://schemas.openxmlformats.org/package/2006/relationships/metadata/core-properties" Target="/docProps/core.xml" Id="Rdee4f28723024744" /><Relationship Type="http://schemas.openxmlformats.org/officeDocument/2006/relationships/extended-properties" Target="/docProps/app.xml" Id="R8b4d9db2bbf440b3" /><Relationship Type="http://schemas.openxmlformats.org/officeDocument/2006/relationships/custom-properties" Target="/docProps/custom.xml" Id="R88efe1e7217048c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065a68f0eba479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065a68f0eba479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6143a165a4e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de7ef200640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43cf0388044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02d2863864b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9e602cfa44b2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976011c93564b4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4b03c99548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54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</a:rPr>
              <a:t>3분기 실적: 목표 대비 102% 달성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2160000"/>
            <a:ext cx="32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D5A80"/>
                </a:solidFill>
              </a:rPr>
              <a:t>매출 128억 원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4500000" y="2160000"/>
            <a:ext cx="32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D5A80"/>
                </a:solidFill>
              </a:rPr>
              <a:t>영업이익 14억 원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8280000" y="2160000"/>
            <a:ext cx="32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D5A80"/>
                </a:solidFill>
              </a:rPr>
              <a:t>신규 고객 37개사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2026-07-10T11:43:04Z</dcterms:created>
  <cp:lastModifiedBy>OfficeCLI</cp:lastModifiedBy>
  <dcterms:modified xsi:type="dcterms:W3CDTF">2026-07-10T11:43:04Z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2026-07-10T11:44:06Z</vt:lpwstr>
  </op:property>
</op:Properties>
</file>