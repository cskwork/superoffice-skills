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3"/>
                </a:solidFill>
              </a:rPr>
              <a:t>3분기 실적: 목표 대비 102% 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324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3D5A80"/>
                </a:solidFill>
              </a:rPr>
              <a:t>매출 128억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0" y="2160000"/>
            <a:ext cx="324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3D5A80"/>
                </a:solidFill>
              </a:rPr>
              <a:t>영업이익 14억 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160000"/>
            <a:ext cx="324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3D5A80"/>
                </a:solidFill>
              </a:rPr>
              <a:t>신규 고객 37개사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